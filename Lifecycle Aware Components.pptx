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404276"/>
            <a:ext cx="7924933" cy="137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Lifecycle-Aware Components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78568" y="2928111"/>
            <a:ext cx="4586863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Cleaner, Maintainable Android Apps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01734" y="3552693"/>
            <a:ext cx="2540367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Jetpack Architecture Components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Lifecycle-Aware Components?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5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that automatically respond to lifecycle changes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Android Jetpack Architecture Components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lifecycle-dependent code out of Activities/Fragments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memory leaks and crashes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(Traditional Approach)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logic scattered in Activity/Fragment methods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start/stop calls in onCreate, onResume, onPause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forget cleanup leading to memory leaks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separation of concerns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325727"/>
            <a:ext cx="7924933" cy="129513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620863"/>
            <a:ext cx="7924933" cy="129513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301" y="1630495"/>
            <a:ext cx="74617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301" y="2102776"/>
            <a:ext cx="746170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lifecycle state of a component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301" y="2925630"/>
            <a:ext cx="74617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LifecycleOwner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301" y="3397911"/>
            <a:ext cx="746170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that owns a lifecycle (Activity, Fragment)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325728"/>
            <a:ext cx="7924933" cy="129513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620863"/>
            <a:ext cx="7924933" cy="129513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 (Continued)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301" y="1630496"/>
            <a:ext cx="74617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LifecycleObserver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301" y="2102776"/>
            <a:ext cx="746170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for observing lifecycle events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301" y="2925631"/>
            <a:ext cx="74617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DefaultLifecycleObserver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301" y="3397914"/>
            <a:ext cx="746170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interface with explicit callback methods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Events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3"/>
            <a:ext cx="7620166" cy="2422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ON_CREATE - Component created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ON_START - Component visible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ON_RESUME - Component interactive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ON_PAUSE - Component losing focus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ON_STOP - Component no longer visible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ON_DESTROY - Component destroyed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 Location Tracker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3"/>
            <a:ext cx="808343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location tracking manager that needs to: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717972"/>
            <a:ext cx="7620166" cy="115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location updates when Activity is visible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updates when Activity is paused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resources when destroyed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 (Bad)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3708962"/>
            <a:ext cx="8083431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Lifecycle logic coupled with Activity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Lifecycle-Aware Approach (Good)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3069334"/>
            <a:ext cx="8083431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manages its own lifecycle automatically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Kotlin: LocationObserver Implementation</a:t>
            </a:r>
            <a:endParaRPr lang="en-US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Kotlin: Lifecycle Methods</a:t>
            </a:r>
            <a:endParaRPr lang="en-US" sz="2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Kotlin: Complete LocationObserver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Kotlin: Start and Stop Updates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Kotlin: Using in Activity</a:t>
            </a:r>
            <a:endParaRPr lang="en-US" sz="2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Java: LocationObserver Implementation</a:t>
            </a:r>
            <a:endParaRPr lang="en-US" sz="2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Java: Lifecycle Methods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Java: Start and Stop Updates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Java: Using in Activity</a:t>
            </a:r>
            <a:endParaRPr lang="en-US" sz="2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Lifecycle-Aware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99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separation of concerns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boilerplate in Activities/Fragments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cleanup prevents memory leaks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components across multiple screens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testing and maintenance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87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UI controllers lean - delegate to observers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viewLifecycleOwner in Fragments for View observation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ViewModel for complete architecture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holding Activity/View references in observers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Gradle Dependencies</a:t>
            </a:r>
            <a:endParaRPr lang="en-US" sz="2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26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87"/>
            <a:ext cx="7620166" cy="199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tracking and geofencing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preview and video recording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connection monitoring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data collection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player lifecycle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334" y="1804122"/>
            <a:ext cx="2495332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91" y="2581340"/>
            <a:ext cx="983020" cy="266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20826" y="3152673"/>
            <a:ext cx="3702348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cleaner Android apps with Lifecycle-Aware Components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2026-02-19T19:22:45Z</dcterms:created>
  <dcterms:modified xsi:type="dcterms:W3CDTF">2026-02-19T19:22:45Z</dcterms:modified>
</cp:coreProperties>
</file>